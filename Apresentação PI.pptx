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4" r:id="rId4"/>
    <p:sldId id="258" r:id="rId5"/>
    <p:sldId id="259" r:id="rId6"/>
    <p:sldId id="260" r:id="rId7"/>
    <p:sldId id="261" r:id="rId8"/>
    <p:sldId id="263" r:id="rId9"/>
    <p:sldId id="265" r:id="rId10"/>
    <p:sldId id="272" r:id="rId11"/>
    <p:sldId id="273" r:id="rId12"/>
    <p:sldId id="274" r:id="rId13"/>
    <p:sldId id="275" r:id="rId14"/>
    <p:sldId id="280" r:id="rId15"/>
    <p:sldId id="282" r:id="rId16"/>
    <p:sldId id="283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29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15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85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79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44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921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32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167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83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822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988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9480D-47D9-454F-A670-F71D8499E492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56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enac.blackboard.com/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stah.net/" TargetMode="External"/><Relationship Id="rId2" Type="http://schemas.openxmlformats.org/officeDocument/2006/relationships/hyperlink" Target="https://sourceforge.net/projects/brmodelo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www.adobe.com/br/creativecloud/plans.html" TargetMode="External"/><Relationship Id="rId4" Type="http://schemas.openxmlformats.org/officeDocument/2006/relationships/hyperlink" Target="https://code.visualstudio.com/downloa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Racing Blog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05302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Professor: </a:t>
            </a:r>
            <a:r>
              <a:rPr lang="it-IT" dirty="0"/>
              <a:t>Daniel Ventura, Luis Gustavo Razzera, Anderson Choren e Claudio Roberto. </a:t>
            </a:r>
            <a:endParaRPr lang="pt-BR" dirty="0"/>
          </a:p>
          <a:p>
            <a:r>
              <a:rPr lang="pt-BR" dirty="0"/>
              <a:t>Aluno: Felipe </a:t>
            </a:r>
            <a:r>
              <a:rPr lang="pt-BR" dirty="0" err="1"/>
              <a:t>Remus</a:t>
            </a:r>
            <a:r>
              <a:rPr lang="pt-BR" dirty="0"/>
              <a:t>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89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projeto tem o desenvolvimento de um blog voltado ao automobilismo e motovelocidade.</a:t>
            </a:r>
          </a:p>
          <a:p>
            <a:r>
              <a:rPr lang="pt-BR" dirty="0"/>
              <a:t>O desenvolvimento do projeto foi utilizado objetivos claros e requisitos funcionais e não funcionais.</a:t>
            </a:r>
          </a:p>
          <a:p>
            <a:pPr algn="l"/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54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Categorias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728085"/>
            <a:ext cx="9144000" cy="4129916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Formula 1;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Formula 2, 3, 4;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F1 </a:t>
            </a:r>
            <a:r>
              <a:rPr lang="pt-BR" dirty="0" err="1"/>
              <a:t>Academy</a:t>
            </a:r>
            <a:r>
              <a:rPr lang="pt-BR" dirty="0"/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Formula 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Formula Indy;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WEC;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WRC;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Nacasr</a:t>
            </a: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MotoGP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Moto2 e Moto3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600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Desenvolver um blog, com o assunto de automobilismo e motovelocidade.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Desenvolver uma interface responsiva e acessível;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Implementar autenticação de usuários, filtragem de conteúdo e gerenciamento de notícias;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Estruturar categorias relacionadas ao automobilismo para organização das publicações;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Garantir adequada apresentação das informações;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Projetar e implementar um banco de dados consistente e organizado;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Assegurar a integridade e a segurança dos dados do sistema.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algn="l"/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2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Justificativa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r>
              <a:rPr lang="pt-BR" dirty="0"/>
              <a:t>O automobilismo tem apresentado crescimento </a:t>
            </a:r>
            <a:r>
              <a:rPr lang="pt-BR" dirty="0" err="1"/>
              <a:t>midiatico</a:t>
            </a:r>
            <a:r>
              <a:rPr lang="pt-BR" dirty="0"/>
              <a:t> nos últimos anos, vem crescendo principalmente pela expansão de cobertura da mídia e pela popularização de conteúdos digitais, agora ainda mais por ter um piloto brasileiro de volta a maior categoria de automobilismo, Gabriel Bortoleto, piloto na Formula 1.</a:t>
            </a:r>
          </a:p>
          <a:p>
            <a:pPr algn="l"/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26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Requisitos Funcionais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Publicação, edição e exclusão de notícias;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Sistema seguro de login;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Filtros funcionais de notícias;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44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Requisitos Não Funcionais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Interface amigável e responsiva;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Sistema desenvolvido para ambiente web;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Banco de dados com integridade e consistência dos dados;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Documentação completa e atualizada;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89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Diagrama de Caso de Uso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r>
              <a:rPr lang="pt-BR" dirty="0"/>
              <a:t>O diagrama ajuda a planejar o sistema de forma clara e organizada antes da programação.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O Caso de Uso mostra como os usuários interagem com o sistema.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85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3720" y="29735"/>
            <a:ext cx="7564557" cy="687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60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>
            <a:normAutofit/>
          </a:bodyPr>
          <a:lstStyle/>
          <a:p>
            <a:r>
              <a:rPr lang="pt-BR" dirty="0"/>
              <a:t>Banco de Dados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r>
              <a:rPr lang="pt-BR" dirty="0"/>
              <a:t>Todo o banco de dados foi desenvolvido no SQLITE3, com tabelas configuradas com atributos e tipos de dados.</a:t>
            </a:r>
          </a:p>
          <a:p>
            <a:r>
              <a:rPr lang="pt-BR" dirty="0"/>
              <a:t>Para uma melhor organização foi desenvolvido o modelo conceitual e lógico do banco de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34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5542"/>
            <a:ext cx="12192000" cy="657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55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3136" y="72405"/>
            <a:ext cx="9805727" cy="686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356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>
            <a:normAutofit/>
          </a:bodyPr>
          <a:lstStyle/>
          <a:p>
            <a:r>
              <a:rPr lang="pt-BR" dirty="0"/>
              <a:t>Telas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r>
              <a:rPr lang="pt-BR" dirty="0"/>
              <a:t>As interfaces foram desenvolvidas para serem simples.</a:t>
            </a:r>
          </a:p>
          <a:p>
            <a:r>
              <a:rPr lang="pt-BR" dirty="0"/>
              <a:t>Contém um Index (pagina principal), uma tela de login e alteração de dados, uma tela de listagem de noticias, uma tela de publicação de noticias, uma tela de edição de noticias, três paginas estáticas e uma pagina de controle para admin.</a:t>
            </a:r>
          </a:p>
          <a:p>
            <a:r>
              <a:rPr lang="pt-BR" dirty="0"/>
              <a:t>Existem regras de acesso a certas paginas, como a pagina de publicação só podendo ser acessada por um usuário autenticado e atualmente logado e a pagina de controle só podendo ser acessada por um Admin.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46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>
            <a:normAutofit/>
          </a:bodyPr>
          <a:lstStyle/>
          <a:p>
            <a:r>
              <a:rPr lang="pt-BR" dirty="0"/>
              <a:t>Conclusão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r>
              <a:rPr lang="pt-BR" dirty="0"/>
              <a:t>O desenvolvimento do projeto tem uma criação de uma aplicação web funcional, alinhada aos objetivos propostos, voltada a publicação e organização de conteúdos sobre o esporte a motor. O sistema atende aos requisitos definidos, e oferece todos os recursos propostos, trazendo uma experiência boa ao usuário.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48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>
            <a:normAutofit/>
          </a:bodyPr>
          <a:lstStyle/>
          <a:p>
            <a:r>
              <a:rPr lang="pt-BR" dirty="0"/>
              <a:t>Referências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Material do Curso, disponível em &lt;</a:t>
            </a:r>
            <a:r>
              <a:rPr lang="pt-BR" dirty="0">
                <a:hlinkClick r:id="rId2"/>
              </a:rPr>
              <a:t>https://senac.blackboard.com/</a:t>
            </a:r>
            <a:r>
              <a:rPr lang="pt-BR" dirty="0"/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Professor Claudio Roberto, </a:t>
            </a:r>
            <a:r>
              <a:rPr lang="it-IT" dirty="0"/>
              <a:t>Daniel Ventura, Luis Gustavo Razzera e Anderson Choren.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367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>
            <a:normAutofit/>
          </a:bodyPr>
          <a:lstStyle/>
          <a:p>
            <a:r>
              <a:rPr lang="pt-BR" dirty="0"/>
              <a:t>Tecnologias Usadas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728084"/>
            <a:ext cx="9144000" cy="412991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Aplicativo </a:t>
            </a:r>
            <a:r>
              <a:rPr lang="pt-BR" dirty="0" err="1"/>
              <a:t>BRModelo</a:t>
            </a:r>
            <a:r>
              <a:rPr lang="pt-BR" dirty="0"/>
              <a:t>, disponível em &lt;</a:t>
            </a:r>
            <a:r>
              <a:rPr lang="pt-BR" u="sng" dirty="0">
                <a:hlinkClick r:id="rId2"/>
              </a:rPr>
              <a:t>https://sourceforge.net/projects/brmodelo/</a:t>
            </a:r>
            <a:r>
              <a:rPr lang="pt-BR" u="sng" dirty="0"/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Aplicativo </a:t>
            </a:r>
            <a:r>
              <a:rPr lang="pt-BR" dirty="0" err="1"/>
              <a:t>Atash</a:t>
            </a:r>
            <a:r>
              <a:rPr lang="pt-BR" dirty="0"/>
              <a:t>, disponível em </a:t>
            </a:r>
            <a:r>
              <a:rPr lang="pt-BR" u="sng" dirty="0">
                <a:hlinkClick r:id="rId3"/>
              </a:rPr>
              <a:t>https://astah.net/</a:t>
            </a:r>
            <a:endParaRPr lang="pt-BR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Aplicativo IDE </a:t>
            </a:r>
            <a:r>
              <a:rPr lang="pt-BR" dirty="0" err="1"/>
              <a:t>VSCode</a:t>
            </a:r>
            <a:r>
              <a:rPr lang="pt-BR" dirty="0"/>
              <a:t>, disponível em &lt;</a:t>
            </a:r>
            <a:r>
              <a:rPr lang="pt-BR" u="sng" dirty="0">
                <a:hlinkClick r:id="rId4"/>
              </a:rPr>
              <a:t>https://code.visualstudio.com/download</a:t>
            </a:r>
            <a:r>
              <a:rPr lang="pt-BR" u="sng" dirty="0"/>
              <a:t>&gt;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Aplicativo Adobe Illustrator, disponível em: &lt;</a:t>
            </a:r>
            <a:r>
              <a:rPr lang="pt-BR" dirty="0">
                <a:hlinkClick r:id="rId5"/>
              </a:rPr>
              <a:t>https://www.adobe.com/</a:t>
            </a:r>
            <a:r>
              <a:rPr lang="pt-BR" dirty="0" err="1">
                <a:hlinkClick r:id="rId5"/>
              </a:rPr>
              <a:t>br</a:t>
            </a:r>
            <a:r>
              <a:rPr lang="pt-BR" dirty="0">
                <a:hlinkClick r:id="rId5"/>
              </a:rPr>
              <a:t>/</a:t>
            </a:r>
            <a:r>
              <a:rPr lang="pt-BR" dirty="0" err="1">
                <a:hlinkClick r:id="rId5"/>
              </a:rPr>
              <a:t>creativecloud</a:t>
            </a:r>
            <a:r>
              <a:rPr lang="pt-BR" dirty="0">
                <a:hlinkClick r:id="rId5"/>
              </a:rPr>
              <a:t>/plans.html</a:t>
            </a:r>
            <a:r>
              <a:rPr lang="pt-BR" dirty="0"/>
              <a:t>&gt; 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Aplicativo Adobe Photoshop, disponível em: &lt;</a:t>
            </a:r>
            <a:r>
              <a:rPr lang="pt-BR" dirty="0">
                <a:hlinkClick r:id="rId5"/>
              </a:rPr>
              <a:t>https://www.adobe.com/</a:t>
            </a:r>
            <a:r>
              <a:rPr lang="pt-BR" dirty="0" err="1">
                <a:hlinkClick r:id="rId5"/>
              </a:rPr>
              <a:t>br</a:t>
            </a:r>
            <a:r>
              <a:rPr lang="pt-BR" dirty="0">
                <a:hlinkClick r:id="rId5"/>
              </a:rPr>
              <a:t>/</a:t>
            </a:r>
            <a:r>
              <a:rPr lang="pt-BR" dirty="0" err="1">
                <a:hlinkClick r:id="rId5"/>
              </a:rPr>
              <a:t>creativecloud</a:t>
            </a:r>
            <a:r>
              <a:rPr lang="pt-BR" dirty="0">
                <a:hlinkClick r:id="rId5"/>
              </a:rPr>
              <a:t>/plans.html</a:t>
            </a:r>
            <a:r>
              <a:rPr lang="pt-BR" dirty="0"/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824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595</Words>
  <Application>Microsoft Office PowerPoint</Application>
  <PresentationFormat>Widescreen</PresentationFormat>
  <Paragraphs>64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do Office</vt:lpstr>
      <vt:lpstr>Racing Blog</vt:lpstr>
      <vt:lpstr>Introdução</vt:lpstr>
      <vt:lpstr>Categorias</vt:lpstr>
      <vt:lpstr>Objetivos</vt:lpstr>
      <vt:lpstr>Justificativa</vt:lpstr>
      <vt:lpstr>Requisitos Funcionais</vt:lpstr>
      <vt:lpstr>Requisitos Não Funcionais</vt:lpstr>
      <vt:lpstr>Diagrama de Caso de Uso</vt:lpstr>
      <vt:lpstr>Apresentação do PowerPoint</vt:lpstr>
      <vt:lpstr>Banco de Dados</vt:lpstr>
      <vt:lpstr>Apresentação do PowerPoint</vt:lpstr>
      <vt:lpstr>Apresentação do PowerPoint</vt:lpstr>
      <vt:lpstr>Telas</vt:lpstr>
      <vt:lpstr>Conclusão</vt:lpstr>
      <vt:lpstr>Referências </vt:lpstr>
      <vt:lpstr>Tecnologias Usadas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Biblioteca</dc:title>
  <dc:creator>Felipe Remus</dc:creator>
  <cp:lastModifiedBy>FELIPE REMUS DE ALMEIDA</cp:lastModifiedBy>
  <cp:revision>20</cp:revision>
  <dcterms:created xsi:type="dcterms:W3CDTF">2025-11-09T18:10:17Z</dcterms:created>
  <dcterms:modified xsi:type="dcterms:W3CDTF">2026-05-07T17:57:13Z</dcterms:modified>
</cp:coreProperties>
</file>