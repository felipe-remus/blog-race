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63" r:id="rId9"/>
    <p:sldId id="265" r:id="rId10"/>
    <p:sldId id="272" r:id="rId11"/>
    <p:sldId id="273" r:id="rId12"/>
    <p:sldId id="274" r:id="rId13"/>
    <p:sldId id="282" r:id="rId14"/>
    <p:sldId id="283" r:id="rId15"/>
    <p:sldId id="28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2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15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85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79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4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92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32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67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83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22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98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9480D-47D9-454F-A670-F71D8499E492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6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nac.blackboard.com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stah.net/" TargetMode="External"/><Relationship Id="rId2" Type="http://schemas.openxmlformats.org/officeDocument/2006/relationships/hyperlink" Target="https://sourceforge.net/projects/brmodelo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adobe.com/br/creativecloud/plans.html" TargetMode="External"/><Relationship Id="rId4" Type="http://schemas.openxmlformats.org/officeDocument/2006/relationships/hyperlink" Target="https://code.visualstudio.com/downloa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Racing Blog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0530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Professor: </a:t>
            </a:r>
            <a:r>
              <a:rPr lang="it-IT" dirty="0"/>
              <a:t>Daniel Ventura, Luis Gustavo Razzera, Anderson Choren e Claudio Roberto. </a:t>
            </a:r>
            <a:endParaRPr lang="pt-BR" dirty="0"/>
          </a:p>
          <a:p>
            <a:r>
              <a:rPr lang="pt-BR" dirty="0"/>
              <a:t>Aluno: Felipe </a:t>
            </a:r>
            <a:r>
              <a:rPr lang="pt-BR" dirty="0" err="1"/>
              <a:t>Remus</a:t>
            </a:r>
            <a:r>
              <a:rPr lang="pt-BR" dirty="0"/>
              <a:t>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89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projeto tem o desenvolvimento de um blog voltado ao automobilismo e motovelocidade.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5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Categorias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728085"/>
            <a:ext cx="9144000" cy="412991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1;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2, 3, 4;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F1 </a:t>
            </a:r>
            <a:r>
              <a:rPr lang="pt-BR" dirty="0" err="1"/>
              <a:t>Academy</a:t>
            </a:r>
            <a:r>
              <a:rPr lang="pt-BR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Indy;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WEC;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WRC;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Nascar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MotoGP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Moto2 e Moto3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0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Desenvolver um blog, com o assunto de automobilismo e motovelocidade.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Desenvolver uma interface responsiva e acessível;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Implementar autenticação de usuários, filtragem de conteúdo e gerenciamento de notícias;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Projetar e implementar um banco de dados consistente e organizado;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Assegurar a integridade e a segurança dos dados do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2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automobilismo tem apresentado crescimento midiático nos últimos anos, vem crescendo principalmente pela expansão de cobertura da mídia e pela popularização de conteúdos digitais, agora ainda mais por ter um piloto brasileiro de volta a maior categoria de automobilismo, Gabriel Bortoleto, piloto na Formula 1.</a:t>
            </a:r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26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Publicação, edição e exclusão de notícias;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Sistema de login;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Filtros funcionais de notícias;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4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Requisitos Não Funcionais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Interface amigável e responsiva;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Sistema desenvolvido para ambiente web;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Banco de dados com integridade e consistência dos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Documentação completa e atualizada;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8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Diagrama de Caso de Uso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diagrama ajuda a planejar o sistema de forma clara e organizada antes da programação.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Caso de Uso mostra como os usuários interagem com 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8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6467" y="29735"/>
            <a:ext cx="6059062" cy="68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6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Todo o banco de dados foi desenvolvido no SQLITE3, com tabelas configuradas com atributos e tipos de dados.</a:t>
            </a:r>
          </a:p>
          <a:p>
            <a:r>
              <a:rPr lang="pt-BR" dirty="0"/>
              <a:t>Para uma melhor organização foi desenvolvido o modelo conceitual e lógico do banco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3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5542"/>
            <a:ext cx="12192000" cy="657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55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3136" y="72405"/>
            <a:ext cx="9805727" cy="686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56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Referências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Material do Curso, disponível em &lt;</a:t>
            </a:r>
            <a:r>
              <a:rPr lang="pt-BR" dirty="0">
                <a:hlinkClick r:id="rId2"/>
              </a:rPr>
              <a:t>https://senac.blackboard.com/</a:t>
            </a:r>
            <a:r>
              <a:rPr lang="pt-BR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Professor Claudio Roberto, </a:t>
            </a:r>
            <a:r>
              <a:rPr lang="it-IT" dirty="0"/>
              <a:t>Daniel Ventura, Luis Gustavo Razzera e Anderson Choren.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67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Tecnologias Usadas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728084"/>
            <a:ext cx="9144000" cy="41299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</a:t>
            </a:r>
            <a:r>
              <a:rPr lang="pt-BR" dirty="0" err="1"/>
              <a:t>BRModelo</a:t>
            </a:r>
            <a:r>
              <a:rPr lang="pt-BR" dirty="0"/>
              <a:t>, disponível em &lt;</a:t>
            </a:r>
            <a:r>
              <a:rPr lang="pt-BR" u="sng" dirty="0">
                <a:hlinkClick r:id="rId2"/>
              </a:rPr>
              <a:t>https://sourceforge.net/projects/brmodelo/</a:t>
            </a:r>
            <a:r>
              <a:rPr lang="pt-BR" u="sng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</a:t>
            </a:r>
            <a:r>
              <a:rPr lang="pt-BR" dirty="0" err="1"/>
              <a:t>Atash</a:t>
            </a:r>
            <a:r>
              <a:rPr lang="pt-BR" dirty="0"/>
              <a:t>, disponível em </a:t>
            </a:r>
            <a:r>
              <a:rPr lang="pt-BR" u="sng" dirty="0">
                <a:hlinkClick r:id="rId3"/>
              </a:rPr>
              <a:t>https://astah.net/</a:t>
            </a: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IDE </a:t>
            </a:r>
            <a:r>
              <a:rPr lang="pt-BR" dirty="0" err="1"/>
              <a:t>VSCode</a:t>
            </a:r>
            <a:r>
              <a:rPr lang="pt-BR" dirty="0"/>
              <a:t>, disponível em &lt;</a:t>
            </a:r>
            <a:r>
              <a:rPr lang="pt-BR" u="sng" dirty="0">
                <a:hlinkClick r:id="rId4"/>
              </a:rPr>
              <a:t>https://code.visualstudio.com/download</a:t>
            </a:r>
            <a:r>
              <a:rPr lang="pt-BR" u="sng" dirty="0"/>
              <a:t>&gt;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Adobe Illustrator, disponível em: &lt;</a:t>
            </a:r>
            <a:r>
              <a:rPr lang="pt-BR" dirty="0">
                <a:hlinkClick r:id="rId5"/>
              </a:rPr>
              <a:t>https://www.adobe.com/</a:t>
            </a:r>
            <a:r>
              <a:rPr lang="pt-BR" dirty="0" err="1">
                <a:hlinkClick r:id="rId5"/>
              </a:rPr>
              <a:t>br</a:t>
            </a:r>
            <a:r>
              <a:rPr lang="pt-BR" dirty="0">
                <a:hlinkClick r:id="rId5"/>
              </a:rPr>
              <a:t>/</a:t>
            </a:r>
            <a:r>
              <a:rPr lang="pt-BR" dirty="0" err="1">
                <a:hlinkClick r:id="rId5"/>
              </a:rPr>
              <a:t>creativecloud</a:t>
            </a:r>
            <a:r>
              <a:rPr lang="pt-BR" dirty="0">
                <a:hlinkClick r:id="rId5"/>
              </a:rPr>
              <a:t>/plans.html</a:t>
            </a:r>
            <a:r>
              <a:rPr lang="pt-BR" dirty="0"/>
              <a:t>&gt; 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Aplicativo Adobe Photoshop, disponível em: &lt;</a:t>
            </a:r>
            <a:r>
              <a:rPr lang="pt-BR" dirty="0">
                <a:hlinkClick r:id="rId5"/>
              </a:rPr>
              <a:t>https://www.adobe.com/</a:t>
            </a:r>
            <a:r>
              <a:rPr lang="pt-BR" dirty="0" err="1">
                <a:hlinkClick r:id="rId5"/>
              </a:rPr>
              <a:t>br</a:t>
            </a:r>
            <a:r>
              <a:rPr lang="pt-BR" dirty="0">
                <a:hlinkClick r:id="rId5"/>
              </a:rPr>
              <a:t>/</a:t>
            </a:r>
            <a:r>
              <a:rPr lang="pt-BR" dirty="0" err="1">
                <a:hlinkClick r:id="rId5"/>
              </a:rPr>
              <a:t>creativecloud</a:t>
            </a:r>
            <a:r>
              <a:rPr lang="pt-BR" dirty="0">
                <a:hlinkClick r:id="rId5"/>
              </a:rPr>
              <a:t>/plans.html</a:t>
            </a:r>
            <a:r>
              <a:rPr lang="pt-BR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82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desenvolvimento do projeto tem uma criação de uma aplicação web funcional, alinhada aos objetivos propostos, voltada a publicação e organização de conteúdos sobre o esporte a motor. O sistema atende aos requisitos definidos, e oferece todos os </a:t>
            </a:r>
            <a:r>
              <a:rPr lang="pt-BR"/>
              <a:t>recursos propostos.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8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462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Racing Blog</vt:lpstr>
      <vt:lpstr>Introdução</vt:lpstr>
      <vt:lpstr>Categorias</vt:lpstr>
      <vt:lpstr>Objetivos</vt:lpstr>
      <vt:lpstr>Justificativa</vt:lpstr>
      <vt:lpstr>Requisitos Funcionais</vt:lpstr>
      <vt:lpstr>Requisitos Não Funcionais</vt:lpstr>
      <vt:lpstr>Diagrama de Caso de Uso</vt:lpstr>
      <vt:lpstr>Apresentação do PowerPoint</vt:lpstr>
      <vt:lpstr>Banco de Dados</vt:lpstr>
      <vt:lpstr>Apresentação do PowerPoint</vt:lpstr>
      <vt:lpstr>Apresentação do PowerPoint</vt:lpstr>
      <vt:lpstr>Referências </vt:lpstr>
      <vt:lpstr>Tecnologias Usadas 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Biblioteca</dc:title>
  <dc:creator>Felipe Remus</dc:creator>
  <cp:lastModifiedBy>FELIPE REMUS DE ALMEIDA</cp:lastModifiedBy>
  <cp:revision>25</cp:revision>
  <dcterms:created xsi:type="dcterms:W3CDTF">2025-11-09T18:10:17Z</dcterms:created>
  <dcterms:modified xsi:type="dcterms:W3CDTF">2026-05-13T18:44:50Z</dcterms:modified>
</cp:coreProperties>
</file>