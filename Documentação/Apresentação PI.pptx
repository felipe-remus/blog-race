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4" r:id="rId4"/>
    <p:sldId id="258" r:id="rId5"/>
    <p:sldId id="259" r:id="rId6"/>
    <p:sldId id="265" r:id="rId7"/>
    <p:sldId id="282" r:id="rId8"/>
    <p:sldId id="283" r:id="rId9"/>
    <p:sldId id="280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4" d="100"/>
          <a:sy n="64" d="100"/>
        </p:scale>
        <p:origin x="102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42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0154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858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79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84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3921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326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67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835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822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1988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9480D-47D9-454F-A670-F71D8499E492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5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senac.blackboard.com/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stah.net/" TargetMode="External"/><Relationship Id="rId2" Type="http://schemas.openxmlformats.org/officeDocument/2006/relationships/hyperlink" Target="https://sourceforge.net/projects/brmodelo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www.adobe.com/br/creativecloud/plans.html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Racing Blog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27266"/>
            <a:ext cx="9144000" cy="1005302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Professor: </a:t>
            </a:r>
            <a:r>
              <a:rPr lang="it-IT" dirty="0"/>
              <a:t>Daniel Ventura, Luis Gustavo Razzera, Anderson Choren e Claudio Roberto. </a:t>
            </a:r>
            <a:endParaRPr lang="pt-BR" dirty="0"/>
          </a:p>
          <a:p>
            <a:r>
              <a:rPr lang="pt-BR" dirty="0"/>
              <a:t>Aluno: Felipe </a:t>
            </a:r>
            <a:r>
              <a:rPr lang="pt-BR" dirty="0" err="1"/>
              <a:t>Remus</a:t>
            </a:r>
            <a:r>
              <a:rPr lang="pt-BR" dirty="0"/>
              <a:t>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9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projeto tem o desenvolvimento de um blog voltado ao automobilismo e motovelocidade.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54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Categorias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5"/>
            <a:ext cx="9144000" cy="412991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1;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2, 3, 4;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F1 </a:t>
            </a:r>
            <a:r>
              <a:rPr lang="pt-BR" dirty="0" err="1"/>
              <a:t>Academy</a:t>
            </a:r>
            <a:r>
              <a:rPr lang="pt-BR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E;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Indy;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WEC;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WRC;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 err="1"/>
              <a:t>Nascar</a:t>
            </a: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MotoGP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Moto2 e Moto3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600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187172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Desenvolver um blog, com o assunto de automobilismo e motovelocidade.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Desenvolver uma interface responsiva e acessível;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Implementar autenticação de usuários, filtragem de conteúdo e gerenciamento de notícias;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Projetar e implementar um banco de dados consistente e organizado;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Assegurar a integridade e a segurança dos dados do sistema.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Justificativa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automobilismo tem apresentado crescimento midiático nos últimos anos, vem crescendo principalmente pela expansão de cobertura da mídia e pela popularização de conteúdos digitais, agora ainda mais por ter um piloto brasileiro de volta a maior categoria de automobilismo, Gabriel Bortoleto, piloto na Formula 1.</a:t>
            </a:r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226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6467" y="29735"/>
            <a:ext cx="6059062" cy="687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160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Referências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Material do Curso, disponível em &lt;</a:t>
            </a:r>
            <a:r>
              <a:rPr lang="pt-BR" dirty="0">
                <a:hlinkClick r:id="rId2"/>
              </a:rPr>
              <a:t>https://senac.blackboard.com/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Professor Claudio Roberto, </a:t>
            </a:r>
            <a:r>
              <a:rPr lang="it-IT" dirty="0"/>
              <a:t>Daniel Ventura, Luis Gustavo Razzera e Anderson Choren.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67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Tecnologias Usadas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4"/>
            <a:ext cx="9144000" cy="412991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BRModelo</a:t>
            </a:r>
            <a:r>
              <a:rPr lang="pt-BR" dirty="0"/>
              <a:t>, disponível em &lt;</a:t>
            </a:r>
            <a:r>
              <a:rPr lang="pt-BR" u="sng" dirty="0">
                <a:hlinkClick r:id="rId2"/>
              </a:rPr>
              <a:t>https://sourceforge.net/projects/brmodelo/</a:t>
            </a:r>
            <a:r>
              <a:rPr lang="pt-BR" u="sng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Atash</a:t>
            </a:r>
            <a:r>
              <a:rPr lang="pt-BR" dirty="0"/>
              <a:t>, disponível em </a:t>
            </a:r>
            <a:r>
              <a:rPr lang="pt-BR" u="sng" dirty="0">
                <a:hlinkClick r:id="rId3"/>
              </a:rPr>
              <a:t>https://astah.net/</a:t>
            </a: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IDE </a:t>
            </a:r>
            <a:r>
              <a:rPr lang="pt-BR" dirty="0" err="1"/>
              <a:t>VSCode</a:t>
            </a:r>
            <a:r>
              <a:rPr lang="pt-BR" dirty="0"/>
              <a:t>, disponível em &lt;</a:t>
            </a:r>
            <a:r>
              <a:rPr lang="pt-BR" u="sng" dirty="0">
                <a:hlinkClick r:id="rId4"/>
              </a:rPr>
              <a:t>https://code.visualstudio.com/download</a:t>
            </a:r>
            <a:r>
              <a:rPr lang="pt-BR" u="sng" dirty="0"/>
              <a:t>&gt;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Adobe Illustrator,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 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/>
              <a:t>Aplicativo Adobe Photoshop,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982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Conclusão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desenvolvimento do projeto tem uma criação de uma aplicação web funcional, alinhada aos objetivos propostos, voltada a publicação e organização de conteúdos sobre o esporte a motor. O sistema atende aos requisitos definidos, e oferece todos os recursos propostos, trazendo uma experiência boa ao usuário.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487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348</Words>
  <Application>Microsoft Office PowerPoint</Application>
  <PresentationFormat>Widescreen</PresentationFormat>
  <Paragraphs>41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Racing Blog</vt:lpstr>
      <vt:lpstr>Introdução</vt:lpstr>
      <vt:lpstr>Categorias</vt:lpstr>
      <vt:lpstr>Objetivos</vt:lpstr>
      <vt:lpstr>Justificativa</vt:lpstr>
      <vt:lpstr>Apresentação do PowerPoint</vt:lpstr>
      <vt:lpstr>Referências </vt:lpstr>
      <vt:lpstr>Tecnologias Usadas 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Biblioteca</dc:title>
  <dc:creator>Felipe Remus</dc:creator>
  <cp:lastModifiedBy>FELIPE REMUS DE ALMEIDA</cp:lastModifiedBy>
  <cp:revision>26</cp:revision>
  <dcterms:created xsi:type="dcterms:W3CDTF">2025-11-09T18:10:17Z</dcterms:created>
  <dcterms:modified xsi:type="dcterms:W3CDTF">2026-05-13T18:44:52Z</dcterms:modified>
</cp:coreProperties>
</file>